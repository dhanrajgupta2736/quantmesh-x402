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6B6D4"/>
                </a:solidFill>
              </a:defRPr>
            </a:pPr>
            <a:r>
              <a:t>QuantMesh x402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Decentralized AI Micropayment Signal Router on Algorand</a:t>
            </a:r>
          </a:p>
          <a:p>
            <a:pPr>
              <a:spcBef>
                <a:spcPts val="2000"/>
              </a:spcBef>
              <a:defRPr sz="1600" b="1">
                <a:solidFill>
                  <a:srgbClr val="A855F7"/>
                </a:solidFill>
              </a:defRPr>
            </a:pPr>
            <a:r>
              <a:t>Problem Statement: PS0404 — Atomic Multi-Agent Service Router (x402)</a:t>
            </a:r>
          </a:p>
          <a:p>
            <a:pPr>
              <a:spcBef>
                <a:spcPts val="3000"/>
              </a:spcBef>
              <a:defRPr sz="1300">
                <a:solidFill>
                  <a:srgbClr val="94A3B8"/>
                </a:solidFill>
              </a:defRPr>
            </a:pPr>
            <a:r>
              <a:t>Team: QuantMesh Innovators  |  College: CSBS Dept., BV(DU)COE, Pune  |  Event: AlgoVerse 2026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 &amp; Real-World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1. Subscription Fatigue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Crypto signal APIs cost $100–$500/month.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Traders pay high monthly fees even if they trade only 2–3 times.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High financial barrier for small automated bots &amp; retail traders.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2. Single-AI Risk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Single AI models hallucinate or misread market volatility.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Single-indicator tools cause heavy trading drawdown losses.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Lack of multi-agent consensus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3. Payment Friction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Querying 4 separate AI APIs requires 4 transactions.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High gas fees &amp; friction on legacy chains.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No zero-fee protection if an API fails.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Solution: QuantMesh x402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⚡ Pay-Per-Use Micropayments ($0.007)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Zero monthly subscription commitments.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Users pay flat $0.007 USDC/ALGO per fused signal request.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Pre-Execution Gating (Zero-Fee Guarantee): If any sub-agent fails, HTTP 502 returns &amp; $0 is charged.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🤖 Multi-Agent Consensus Mesh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Combines 4 specialized AI sub-agents in parallel: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  1. Worker A: FinBERT Financial Sentiment NLP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  2. Worker B: CoinGecko On-Chain Whale Net Flow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  3. Worker C: Technical Indicators (RSI, SMA, MACD)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  4. Worker D: Dynamic Weighted Consensus Fusion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Paying Users &amp; Sustainable Unit Economics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🎯 Target Customers &amp; Paying Users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Algorithmic Crypto Traders &amp; Telegram Signal Bots.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Web3 DeFi Protocols &amp; DEX Interface Aggregators.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Autonomous AI Agents needing verified market data.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Pay-Per-Use model saves users 99.9% vs $300/mo subscriptions.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💰 Unit Economics &amp; Protocol Margin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User Payment: $0.0070 USDC per execution.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Worker Payouts: $0.0060 total ($0.002 A, $0.002 B, $0.001 C, $0.001 D).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Router Net Profit: $0.0010 USDC per call (14.3% Margin).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At 1M calls/day = $1,000/day ($365k/year) in automated profit.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x402 Technical Protocol Flow (Challenge → Sign → Retry → Settle)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Step 1: Probe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Client sends POST /orchestrate without payment proof.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Step 2: Challenge (402)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Server pre-executes agents &amp; returns HTTP 402 + payment headers.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Step 3: Sign (Lute)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Client reads 402 headers &amp; signs 5-txn group in Lute Wallet.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8288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Step 4: Settle &amp; Result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Client retries with payment proof; GoPlausible verifies &amp; settles in 1 block.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Full-Stack Architecture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🌐 Frontend Layer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Next.js 16 (App Router)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Tailwind CSS Glassmorphism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@txnlab/use-wallet-react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Lute / Pera Testnet Signer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⚙️ Orchestrator Backend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Hono.js High-Speed Gateway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GoPlausible Facilitator Client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Algorand Indexer Verification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AWS EC2 Live Host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⛓️ Settlement &amp; Agents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Algorand Testnet (AVM)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Testnet USDC ASA 10458941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4 Sub-Agent Services (FastAPI + n8n)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SHA-256 Attestation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On-Chain Transaction Proof &amp; Live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🔗 Live Algorand Testnet Settlement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Router Wallet: 4DTSNS35EP...JDEHUHUNFR3KJGPO4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Testnet USDC ASA ID: 10458941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5-Txn Atomic Payout Group executed in 1 single block.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Lora Block Explorer Link: https://lora.algokit.io/testnet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🔒 GoPlausible Verification &amp; Receipt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GoPlausible Facilitator API (https://facilitator.goplausible.xyz) POST /verify &amp; /settle verified.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SHA-256 Attestation Digest: sha256(token:score:verdict:txId:timestamp).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Live API Endpoint: https://api.dhanrajgupta.xyz/api/v1/health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Innovation &amp; Competitive Differentiation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Traditional Signal Services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❌ High $300/mo subscription barrier.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❌ Pay upfront for potentially dead/failing APIs.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❌ Single-model bias &amp; hallucination risks.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❌ Centralized black-box server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QuantMesh x402 Solution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✅ $0.007 pay-per-use micropayments.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✅ Zero-Fee Guarantee: $0 charged if an agent fails.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✅ Multi-agent consensus weighted scoring.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✅ Decentralized 5-txn atomic settlement in 1 block.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Completeness Status &amp; Working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✅ Completed &amp; Working Live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End-to-end HTTP 402 Probe-Challenge-Sign-Retry flow.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All 4 sub-agent microservices online on AWS EC2 &amp; n8n.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Lute Wallet integration with indexesToSign=[0].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GoPlausible Facilitator /verify &amp; /settle integration.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SHA-256 Attestation Digest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🚀 Planned Next Steps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Deploy PyTeal ARC-4 Box Storage contract to Mainnet.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Add dynamic worker registration portal for 3rd-party devs.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Integrate Pyth / Chainlink live oracle feeds.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Expand token support to 50+ crypto pairs.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ALGOVERSE 2026 — PS0404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Real-World Impact, Scalability &amp; Mainnet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🌐 Real-World Impact &amp; Ecosystem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Democratizes high-frequency AI signal access for retail traders.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Powers autonomous AI agents with machine-to-machine micropayments.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Creates an open monetization marketplace for AI developers on Algorand.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⚡ Mainnet Readiness &amp; Scalability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Algorand Mainnet Switch: Single flag flip to algorand:mainnet.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Mainnet USDC ASA 315667040 pre-configured.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Sub-3-second block finality &amp; &lt;$0.001 network fees enable infinite throughput.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