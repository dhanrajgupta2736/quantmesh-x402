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6B6D4"/>
                </a:solidFill>
              </a:defRPr>
            </a:pPr>
            <a:r>
              <a:t>QuantMesh x402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Atomic Multi-Agent Service Router on Algorand</a:t>
            </a:r>
          </a:p>
          <a:p>
            <a:pPr>
              <a:spcBef>
                <a:spcPts val="1800"/>
              </a:spcBef>
              <a:defRPr sz="1500" b="1">
                <a:solidFill>
                  <a:srgbClr val="A855F7"/>
                </a:solidFill>
              </a:defRPr>
            </a:pPr>
            <a:r>
              <a:t>Problem Statement: PS0404 — Agentic Payments (x402 Protocol)</a:t>
            </a:r>
          </a:p>
          <a:p>
            <a:pPr>
              <a:spcBef>
                <a:spcPts val="2500"/>
              </a:spcBef>
              <a:defRPr sz="1300">
                <a:solidFill>
                  <a:srgbClr val="94A3B8"/>
                </a:solidFill>
              </a:defRPr>
            </a:pPr>
            <a:r>
              <a:t>Team: QuantMesh Innovators</a:t>
            </a:r>
            <a:br/>
            <a:r>
              <a:t>College: CSBS Dept., BV(DU)COE, Pune</a:t>
            </a:r>
            <a:br/>
            <a:r>
              <a:t>Event: AlgoVerse 2026 Hackathon | Algorand Blockchain Club</a:t>
            </a:r>
            <a:br/>
            <a:r>
              <a:t>Live API: https://api.dhanrajgupta.xyz</a:t>
            </a:r>
          </a:p>
        </p:txBody>
      </p:sp>
      <p:pic>
        <p:nvPicPr>
          <p:cNvPr id="3" name="Picture 2" descr="ai-quant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HACKATHON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Problem Statement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❌ Subscription Fatigue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Crypto signal APIs cost $100–$500/month.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Retail traders &amp; bots pay high fixed costs even for 2–3 trades/mo.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Prohibitive barrier for micro autonomous AI agents.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❌ Single-AI Risk &amp; Wasted Fees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Single AI models hallucinate or fail under high volatility.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Standard x402 routers charge micro-fees BEFORE calling downstream workers.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User money is lost if a downstream worker crashes.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❌ Multi-Agent Friction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Querying 4 separate AI APIs requires 4 separate transactions.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High gas fees &amp; network latency destroy micro-payments.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Zero consumer protection for API buyers.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HACKATHON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Proposed Solution: QuantMesh x402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⚡ Pay-Per-Use AI Intelligence ($0.007)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Granular micropayments via Algorand x402 AVM scheme.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🛡️ Pre-Execution Zero-Fee Guarantee: Router validates all 4 sub-agents FIRST. If any fail, returns HTTP 502 with $0 charged.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🔐 Cryptographic SHA-256 Attestation: Produces verifiable signal digest anchored to transaction ID.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Fuses NLP Sentiment + Whale Flow + TA Indicators into a 0-100 composite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🔑 Core Zero-Fee Execution Flow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1. Client sends POST request to Hono Router.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2. Router executes Worker A, B, C, D in parallel.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3. IF any worker fails -&gt; HTTP 502 Sub-Agent Failed ($0 charged to user).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4. IF all workers pass -&gt; Issue HTTP 402 Challenge.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5. Lute Wallet signs $0.007 USDC -&gt; Algorand Testnet Settlement.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HACKATHON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Identified Paying User &amp; Business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🤖 Autonomous AI Agents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Agentic trading scripts &amp; DeFi bots.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Require low-latency, pay-per-use market intelligence.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Cannot manage $300/mo SaaS subscriptions.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📊 Quant Retail Traders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Traders seeking high-confidence multi-agent signals.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Pay micro-fees only when executing active strategies ($0.007/signal).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Guaranteed zero fees on failed API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💼 Sustainable Business Model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$0.007 USDC / Execution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$0.005 split to sub-agent model providers.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$0.002 router protocol fee.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100% Zero-Cost on failed downstream 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HACKATHON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x402 Payment Flow (Technical Core)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🔄 The 4-Step AVM Protocol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1. Challenge (402): Gateway validates workers, then returns HTTP 402 Payment Required.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2. Sign: Lute Wallet signs Algorand ASA payment ($0.007 USDC, ASA 10458941).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3. Retry: Client retries request with signed transaction payload.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4. Settle: Gateway verifies tx on Algorand Indexer &amp; releases signal receipt.</a:t>
            </a:r>
          </a:p>
        </p:txBody>
      </p:sp>
      <p:pic>
        <p:nvPicPr>
          <p:cNvPr id="6" name="Picture 5" descr="x402-paymen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HACKATHON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System Architecture &amp; Tech Stack</a:t>
            </a:r>
          </a:p>
        </p:txBody>
      </p:sp>
      <p:pic>
        <p:nvPicPr>
          <p:cNvPr id="4" name="Picture 3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10698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HACKATHON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Live Demo &amp; Lora Explorer Proof</a:t>
            </a:r>
          </a:p>
        </p:txBody>
      </p:sp>
      <p:pic>
        <p:nvPicPr>
          <p:cNvPr id="4" name="Picture 3" descr="dashboard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910002"/>
          </a:xfrm>
          <a:prstGeom prst="rect">
            <a:avLst/>
          </a:prstGeom>
        </p:spPr>
      </p:pic>
      <p:pic>
        <p:nvPicPr>
          <p:cNvPr id="5" name="Picture 4" descr="lora-txn-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420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HACKATHON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6b. Lora Explorer Atomic Group Visual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749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⚡ Atomic AVM Group Settlement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Group Hash: bv4pwvqPv/ULbbpzAObL07qsDmcUGnvUzaBjwHL9Hl8=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Tx ID: 3V3VHVA3PEUZTKYCJUD7HNNGYK2XLLR7ROPTJ2HFQGTWGDBCHAMQ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App ID: 600011882 | Block: #66083763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All sub-agent calls execute atomically inside AVM group.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Zero Wasted Gas: If any single tx fails, whole group reverts.</a:t>
            </a:r>
          </a:p>
        </p:txBody>
      </p:sp>
      <p:pic>
        <p:nvPicPr>
          <p:cNvPr id="6" name="Picture 5" descr="lora-group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2930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HACKATHON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Innovation &amp; Competitive Differentiation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🛡️ Zero-Fee Shield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Pre-execution gating aborts at zero cost if sub-agents crash.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Prevents money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🤖 Multi-Agent Consensus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Combines FinBERT NLP + CoinGecko Whale Flow + TA Engine.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Robust 0-100 composite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⚡ Sub-3s AVM Finality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Algorand AVM provides instant settlement.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$0.00018 gas fee per tx.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🔐 Cryptographic Digest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SHA-256 attestation digest anchored on-chain.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Auditably verifiable.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HACKATHON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Completeness &amp; Functionality (Done vs. Pending)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✅ Live &amp; Operational (Done)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Hono Gateway live on AWS EC2.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4 Sub-Agents (FinBERT, Whale Flow, TA Engine, Fusion).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Lute Wallet x402 AVM payment integration.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Pre-Execution Zero-Fee Shield (502 logic verified).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SHA-256 Attestation receipt generation.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Next.js 16 Dashboard with Radial Score Arc.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🔮 Future Roadmap (Pending)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Algorand Mainnet Deployment (ASA 315667040).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PyTeal Box Storage Contract deployment.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Developer SDK (@quantmesh/x402-client).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Multi-asset automated rebalancing.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HACKATHON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Real-World Impact &amp;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🌍 Democratic Access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Democratizes quant trading signals for micro-traders &amp; AI agents.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100x cost reduction vs monthly SaaS.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⚡ Mainnet Readiness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Production ready today.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Mainnet switch requires updating 2 environment variables (Network &amp; ASA ID).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🚀 Enterprise Scalability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Hono + EC2 handles 1,000+ req/sec.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Algorand AVM handles 10,000 TPS with sub-second finality.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